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계획이 아니라,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개 센터에서 실사용 중, 3개월간 97번 배포했습니다.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서로 다가오는 것을 감지해 소리 · 진동 · 화면으로 알립니다. 같은 기능을 장비로 갖추면 센터당 331만원이 들지만,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정밀 측위(UWB)를 지원하는 폰끼리는 실제 거리로 — 지게차가 끼면 경고 15m · 위험 8m, 사람끼리는 5m ·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 밖의 폰은 신호 세기로 판단한다. 창고는 랙과 적재물 때문에 신호 세기가 거리와 일정하게 대응하지 않아, 거리로 환산하지 않는다.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하루에 경보가 몇 번 울리는가</a:t>
            </a:r>
            <a:r>
              <a:rPr sz="85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앱이 남긴 기록으로 실측했다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30952"/>
            <a:ext cx="50292" cy="603504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 경보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WF11 · 기록 12일 평균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40.6회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30368"/>
            <a:ext cx="2578608" cy="80467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30952"/>
            <a:ext cx="50292" cy="6035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294376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 경보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48640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WF11 · 기록 12일 평균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760720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24.2회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1081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2026.08.04~2026.09.01 실측. 미리 추정했던 값과 얼마나 달랐는지는 12장.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정밀 측위 지원 폰끼리의 경보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없어, 앱을 깔기 전까지는 위험했던 순간이 몇 번이었는지조차 기록되지 않았다.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사고도 아차사고도 회사 데이터에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앱을 깔고 4주, 하루 평균 경고 등급 경보 </a:t>
            </a:r>
            <a:r>
              <a:rPr sz="11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40.6회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위험 등급 </a:t>
            </a:r>
            <a:r>
              <a:rPr sz="11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24.2회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가 실제로 찍혔다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WF11 앱 경보 기록 실측 (2026.08.04~2026.09.01 중 기록 12일). 앱이 깔리기 전에는 이 숫자를 셀 수단 자체가 없었다.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자주 울리기  vs.  꺼버리기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앱을 꺼버린다. 꺼진 폰은 아무것도 못 한다.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자주 울리되,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 (v1.1.61) · 휴게실 · 충전 구역은 안전 구역으로 지정 (v1.1.62) · 멀어진 뒤 다시 울리지 않게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알리기만 하기  vs.  장비를 세우기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장비를 자동으로 세우려면 지게차마다 제동 장치를 달아야 한다. 앱은 못 한다.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알리는 것부터 시작했다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안전 대책은 ‘자동으로 멈추기’ 가 ‘사람에게 알리기’ 보다 확실하다. 그건 맞다. 다만 지금 우리 센터에는 둘 다 없다. 장비를 사지 않고 지금 당장 할 수 있는 쪽부터 넣었고, 자동 정지는 필요하다고 판단되면 별도 과제로 간다.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97번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지금 51건이 릴리스마다 돌고, 하나라도 실패하면 새 버전이 아예 나가지 않는다.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앱이 정밀 측위(UWB)를 쓸 때의 경고 거리 15m 와 같은 범위다.</a:t>
              </a: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  (제품 정보 — 벤더 공개 자료 2026.09 조회, 벤더 주장 효과 수치는 인용하지 않음)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960120"/>
                <a:gridCol w="3520440"/>
                <a:gridCol w="1280160"/>
                <a:gridCol w="1051560"/>
                <a:gridCol w="143560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 + 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 폰끼리 15m / 8m · 그 외 신호 세기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결과가 흔들리지 않게 다듬는 작업 — 5단계 중 4단계 완료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 · 2단계 완료 — 자동 검사 체계를 붙이고, 안전과 직결된 동작을 고정했다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3단계 완료 — 한 파일에 몰려 있던 경보 계산 코드를 나눴다 (3,674줄 → 1,971줄)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4단계 완료 — 기기 상태 관리 경로를 하나로 통일했다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5단계 남음 — 경보 계산을 화면과 분리해, 폰이 많아도 화면이 끊기지 않게 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자동 검사 51건이 릴리스마다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그중 24건은 경보 동작을 프레임 단위로 고정한 검사다 — 코드를 나눠도 동작이 달라지지 않았음을 이 검사로 확인했다.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정밀 측위(UWB) 폰끼리는 실제 거리로 — 지게차가 끼면 15m · 8m, 사람끼리 5m ·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그 밖의 폰은 신호 세기로 판단한다 (창고에서는 거리로 환산하지 않는다)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아무 감지 수단도 없던 현장에서 시작해, 지금 v1.1.71 이 3개 센터에서 돌고 있다.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접근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· 2단계  자동 검사 체계 · 안전 동작 고정 (저속 접근 포함)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3단계  경보 계산 코드 분리 (3,674줄 → 1,971줄)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4단계  기기 상태 관리 경로 일원화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보안 규칙 잠금 · 업데이트 채널 정비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 (v1.1.71)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v1.1.71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설문 회수  (경보 기록 집계는 주간 자동화 완료)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5단계  경보 계산을 화면과 분리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업무용 PDA 로 이전 — 개인 폰 임시 설치 종료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개선 계획  1 ~ 5단계  —  4단계까지 완료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경로를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남음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단계마다 현장에 그대로 배포했고, 지금 버전이 계속 돌고 있다. 개선이 멈춰도 경보는 끊기지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07024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현재  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자동 검사 51건이 릴리스마다 돈다. 그중 24건은 경보 동작을 프레임 단위로 고정한 검사로, 3 · 4단계에서 코드를 나눌 때 동작이 1비트도 달라지지 않았음을 이 검사로 확인했다.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중 둘은 이미 쟀다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아직 추정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등급 경보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서로 접근 — 경고권 진입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하루 40.6회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등급 경보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더 가까워짐 — 위험권 진입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하루 24.2회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하루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추정했고, 4주 뒤 실제로 쟀다</a:t>
            </a:r>
            <a:r>
              <a:rPr sz="85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WF11 · 2026.08.04~2026.09.01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25296"/>
                <a:gridCol w="1097280"/>
                <a:gridCol w="265176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실측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41쌍  (단말 41대)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0.11회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하루 경고 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40.6회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하루 위험 경보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24.2회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하루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아직 못 쟀다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경보가 울릴 때마다 시각 · 상대 · 신호 세기 · 등급이 서버에 남고,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GitHub Actions 가 매주 자동 집계한다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손으로 만든 숫자가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가정은 ‘한 짝이 한 시간에 0.5번’ 하나뿐이었다. 짝은 두 배, 빈도는 1/5 — 오차가 상쇄돼 </a:t>
            </a:r>
            <a:r>
              <a:rPr sz="9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위험 경보는 추정 27회 → 실측 24.2회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경보 기록은 주간 자동 집계로 확보했다. 남은 것은 WF11 · WF21 · WF25 작업자 설문 회수.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