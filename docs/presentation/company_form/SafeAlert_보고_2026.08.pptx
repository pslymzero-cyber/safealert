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402" r:id="rId35"/>
    <p:sldId id="401" r:id="rId34"/>
    <p:sldId id="400" r:id="rId33"/>
    <p:sldId id="399" r:id="rId32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1.xml"/><Relationship Id="rId29" Type="http://schemas.openxmlformats.org/officeDocument/2006/relationships/slide" Target="slides/slide10.xml"/><Relationship Id="rId30" Type="http://schemas.openxmlformats.org/officeDocument/2006/relationships/slide" Target="slides/slide9.xml"/><Relationship Id="rId31" Type="http://schemas.openxmlformats.org/officeDocument/2006/relationships/slide" Target="slides/slide8.xml"/><Relationship Id="rId32" Type="http://schemas.openxmlformats.org/officeDocument/2006/relationships/slide" Target="slides/slide7.xml"/><Relationship Id="rId33" Type="http://schemas.openxmlformats.org/officeDocument/2006/relationships/slide" Target="slides/slide6.xml"/><Relationship Id="rId34" Type="http://schemas.openxmlformats.org/officeDocument/2006/relationships/slide" Target="slides/slide5.xml"/><Relationship Id="rId35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한 장 요약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문제의 배경 · 현재 상황     2) 왜 앱으로 만들었나</a:t>
            </a:r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As-is / To-be</a:t>
            </a:r>
          </a:p>
          <a:p>
            <a:r>
              <a:rPr lang="en-US" altLang="ko-KR" dirty="0"/>
              <a:t xml:space="preserve">3. 장단점</a:t>
            </a:r>
            <a:endParaRPr lang="en-US" altLang="ko-KR" dirty="0"/>
          </a:p>
          <a:p>
            <a:r>
              <a:rPr lang="en-US" altLang="ko-KR" sz="1400" b="0" dirty="0"/>
              <a:t xml:space="preserve">  1) Tradeoffs     2) 남는 한계</a:t>
            </a:r>
          </a:p>
          <a:p>
            <a:r>
              <a:rPr lang="en-US" altLang="ko-KR" dirty="0"/>
              <a:t xml:space="preserve">4.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     2) 현장 요구 반영 (Before / After)</a:t>
            </a:r>
          </a:p>
          <a:p>
            <a:r>
              <a:rPr lang="en-US" altLang="ko-KR" dirty="0"/>
              <a:t xml:space="preserve">5.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     2) 시연 영상 · 판정 시뮬레이터</a:t>
            </a:r>
          </a:p>
          <a:p>
            <a:r>
              <a:rPr lang="en-US" altLang="ko-KR" dirty="0"/>
              <a:t xml:space="preserve">6. 진행 단계 (Phase 1 ~ 5)</a:t>
            </a:r>
            <a:endParaRPr lang="en-US" altLang="ko-KR" dirty="0"/>
          </a:p>
          <a:p>
            <a:r>
              <a:rPr lang="en-US" altLang="ko-KR" dirty="0"/>
              <a:t xml:space="preserve">7. Andon — 현장 · 배포 중 중단 기준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8. 요청 사항</a:t>
            </a:r>
            <a:endParaRPr lang="en-US" altLang="ko-KR" dirty="0"/>
          </a:p>
          <a:p>
            <a:r>
              <a:rPr lang="en-US" altLang="ko-KR" sz="1400" b="0" dirty="0"/>
              <a:t xml:space="preserve">  정식 과제 등록과 리소스 배정</a:t>
            </a:r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장 요약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1024128"/>
            <a:ext cx="10908792" cy="5486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C2833"/>
                </a:solidFill>
                <a:latin typeface="Malgun Gothic"/>
              </a:rPr>
              <a:t>사각지대를 사람의 주의력에 맡기지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645920"/>
            <a:ext cx="10908792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D6D7E"/>
                </a:solidFill>
                <a:latin typeface="Malgun Gothic"/>
              </a:rPr>
              <a:t>3m 렉 사이에서 서로 보이지 않는 구간을, 이미 지급된 단말끼리 신호를 주고받아 메운다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3개월 · 70회+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현장에 배포하며 다듬은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인프라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앵커 · 배선 · 서버 없이 앱 설치만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리뷰 3차 · 요구 4건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오더십과 현장 지적 반영 완료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로드맵 1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신뢰성 확보 단계 · 전 단계 출하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10128"/>
            <a:ext cx="10908792" cy="2395728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3547872"/>
            <a:ext cx="1024128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요청  — 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유지보수 주체 지정 — 지금은 개인 작업물이라 승계 경로가 없다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16552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개발 시간 배정 — Phase 2~5 는 기능 추가가 아니라 판정 재현성 확보다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64024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현장 검증 슬롯 — 실기 검증이 유일한 회귀 확인 수단, 단계당 확인 1건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111496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④  보안 검토 — 릴리스 난독화 미적용 · 경보 이력 평문 저장 (확산 전 선행)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70448"/>
            <a:ext cx="1024128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D6D7E"/>
                </a:solidFill>
                <a:latin typeface="Malgun Gothic"/>
              </a:rPr>
              <a:t>결정이 필요한 시점 — Phase 2 착수 전.  그때까지는 현재 버전이 현장에서 그대로 운영된다.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지게차 · 리치 · EPJ · 보행자가 같은 통로를 공유. 렉 사이 단독 작업 구간도 있음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사각지대를 사람의 주의력에만 맡기고 있어, 보이지 않는 구간은 대책이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앵커 · 배선 · 서버 같은 고정 설비 없이 지급된 단말만으로 동작 — 센터 공사 불필요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움직이는 주체끼리 직접 감지 — 설치 대수가 늘수록 감지 범위도 함께 넓어짐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“현장 안전은 아직 ‘보고 나서 피하기’에 기대고 있고, 보이지 않는 구간을 메우는 장치가 없습니다.”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As-is / To-be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센터 공사가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Tradeoffs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051560"/>
            <a:ext cx="950976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넷 다 의도한 선택이다. 무엇을 얻으려고 무엇을 내줬는지로 적는다.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389888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고정 설비 vs. 앱만으로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앱 설치만으로 동작 → 즉시 적용 우선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266944" y="1499616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408176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앵커 · 배선 · 서버가 없어 센터 공사 없이 시작한다.
대신 정밀 측위는 포기하고 신호 세기 추정을 받아들였다.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1136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정밀도 vs. 어디서나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BLE 신호 세기 主 판정 → 현장 적용성 우선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66944" y="2340864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44768" y="2249424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적재물 · 차체가 전파를 가리면 거리 오차가 난다. 센터별 보정값으로
완화하되 완전 제거는 불가. UWB 는 지원 단말에서 보조로만 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072384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민감한 경보 vs. 경보 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억제 장치를 넣음 → 끄지 않게 만드는 것 우선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266944" y="3182112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3090672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세이프존 · 5초 체류 자동 음소거를 둔다. 억제 구간에서 놓칠 위험은
화면 표시와 기록을 그대로 유지해 상쇄한다.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13632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전 기종 지원 vs. 백그라운드 상시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안드로이드 전용 → 화면이 꺼져도 도는 쪽 우선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266944" y="4023360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3931920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iOS 는 백그라운드에서 역할 · 상태를 실은 광고를 보내지 못한다.
대응 — iOS 인원에게 BLE 태그를 지급한다. 등록 비콘 스캔 경로가 이미 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846320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남는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266944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앱이 설치된 기기끼리만 감지 — 미설치 인원 · 장비는 보이지 않음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77840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기기가 밀집하면 화면 반응이 느려짐 (20대 이상)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88736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③  안드로이드 8.0 이상에서만 설치된다</a:t>
            </a:r>
          </a:p>
        </p:txBody>
      </p:sp>
      <p:pic>
        <p:nvPicPr>
          <p:cNvPr id="31" name="Picture 30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4535424"/>
            <a:ext cx="2468880" cy="136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진행 단계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Phase 1 ~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새 기능을 붙이는 작업이 아니다. 판정이 흔들리는 구조적 원인을 걷어낸다.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3794760"/>
                <a:gridCol w="539496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 하는가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출하 시 현장에서 확인할 것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테스트 하네스와 CI 회귀 게이트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설치 · 경보 동작이 이전과 같은가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완료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크리티컬 경로 골든 테스트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천천히 접근하는 지게차에 경고가 뜨는가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BleService 분해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달라진 게 없는가 (동작 보존)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기기 상태 단일화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2시간 이상 구동 후에도 느려지지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워커 분리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20대 이상에서 화면이 끊기지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1596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이 순서인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측정 수단이 먼저다 — 테스트 0건 상태에서 안전 로직을 분해하면, 회귀를 현장에서 발견하는 방식이 그대로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57216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단계마다 단독 배포한다 — 변경을 섞어 내보내면 현장에서 회귀가 나도 어느 변경 탓인지 특정할 수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875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완료 1 / 5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전 단계 출하 가능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현장 확인은 단계당 1건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7. Andon — 이럴 때 멈춘다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5087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운영 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024128"/>
            <a:ext cx="19659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업데이트 · 수정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481328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미발령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접근했는데 경보가 뜨지 않은 사례 1건이라도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81328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버전 혼재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구버전 단말이 신버전을 감지하지 못함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249424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오발령 지속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정지 중 계속 울림 · 이탈 후 다시 울림이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49424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보호 공백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작업 시간 중 일괄 업데이트 금지 — 교대 전환 때만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17520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감지 중단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상시 알림이 ‘이상’ 으로 바뀌거나 사라짐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서비스 미기동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업데이트 · 역할 전환 후 백그라운드 실행 미복구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85616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경보 피로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무음으로 두거나 앱을 꺼 둔 단말이 늘어남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785616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회귀 재발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이전에 고친 증상이 다시 관측됨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53712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공통 조치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즉시 롤백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직전 태그 APK 로 되돌린다 — 현장 재설치 없이 배포된다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선행 확인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전 단말 배포 전 1대에서 먼저 확인한다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1441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빌드 차단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골든 테스트가 실패하면 릴리스가 자동 차단된다 (동작 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원인 귀속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단계를 단독 배포하므로 어느 변경 탓인지 특정된다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재개 조건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실패한 상황을 테스트로 고정한 뒤에만 다음 단계로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98464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“멈출 기준을 먼저 정해 두는 것이, 멈추지 않고 밀어붙이는 것보다 빠릅니다.”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8. 요청 사항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0058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051560"/>
            <a:ext cx="987552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572768"/>
          <a:ext cx="11064239" cy="252374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5212080"/>
                <a:gridCol w="374903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왜 필요한가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없으면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정식 과제 등록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지금은 개인 작업물이다. 유지보수 주체가 지정돼 있지 않다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만든 사람이 빠지면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개발 시간 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Phase 2~5 는 기능 추가가 아니라 판정 재현성 확보다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고친 증상이 다시 돌아온다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현장 검증 슬롯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실기 검증이 유일한 회귀 확인 수단 — 단계당 확인 항목 1건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검증 없이 배포하거나 배포가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보안 검토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릴리스 빌드 난독화 미적용 · 경보 이력 평문 저장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확산할수록 리스크가 커진다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49884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지금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v1.1.70 이 현장에서 운영 중이다 — 결정이 늦어도 보호가 멈추지는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85232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다만 신뢰성 로드맵은 1 / 5 에서 멈춰 있고, 남은 네 단계가 재발 고리를 끊는 작업이다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97296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“지금 필요한 것은 새 기능이 아니라, 이미 도는 것을 믿을 수 있게 만드는 시간입니다.”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