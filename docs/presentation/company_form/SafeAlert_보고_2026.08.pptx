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7.xml"/><Relationship Id="rId29" Type="http://schemas.openxmlformats.org/officeDocument/2006/relationships/slide" Target="slides/slide6.xml"/><Relationship Id="rId30" Type="http://schemas.openxmlformats.org/officeDocument/2006/relationships/slide" Target="slides/slide5.xml"/><Relationship Id="rId3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</a:t>
            </a:r>
          </a:p>
          <a:p>
            <a:r>
              <a:rPr lang="en-US" altLang="ko-KR" sz="1400" b="0" dirty="0"/>
              <a:t xml:space="preserve">  2) 왜 앱으로 만들었나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— 무엇을 얻고 무엇을 내줬나</a:t>
            </a:r>
          </a:p>
          <a:p>
            <a:r>
              <a:rPr lang="en-US" altLang="ko-KR" sz="1400" b="0" dirty="0"/>
              <a:t xml:space="preserve">  2) 남는 한계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</a:t>
            </a:r>
          </a:p>
          <a:p>
            <a:r>
              <a:rPr lang="en-US" altLang="ko-KR" sz="1400" b="0" dirty="0"/>
              <a:t xml:space="preserve">  2) 현장 요구 반영 (Before / After)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</a:t>
            </a:r>
          </a:p>
          <a:p>
            <a:r>
              <a:rPr lang="en-US" altLang="ko-KR" sz="1400" b="0" dirty="0"/>
              <a:t xml:space="preserve">  2) 시연 영상 · 판정 시뮬레이터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481328"/>
            <a:ext cx="416052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38928" y="1609344"/>
            <a:ext cx="777240" cy="347472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499616"/>
            <a:ext cx="562356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487168"/>
            <a:ext cx="416052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38928" y="2615184"/>
            <a:ext cx="777240" cy="347472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2505456"/>
            <a:ext cx="562356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93008"/>
            <a:ext cx="416052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138928" y="3621024"/>
            <a:ext cx="777240" cy="347472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3511296"/>
            <a:ext cx="5623560" cy="8229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10912"/>
            <a:ext cx="7223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340096"/>
            <a:ext cx="7223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pic>
        <p:nvPicPr>
          <p:cNvPr id="26" name="Picture 25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4370832"/>
            <a:ext cx="2834640" cy="1566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