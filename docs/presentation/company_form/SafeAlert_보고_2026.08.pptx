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9.xml"/><Relationship Id="rId29" Type="http://schemas.openxmlformats.org/officeDocument/2006/relationships/slide" Target="slides/slide8.xml"/><Relationship Id="rId30" Type="http://schemas.openxmlformats.org/officeDocument/2006/relationships/slide" Target="slides/slide7.xml"/><Relationship Id="rId31" Type="http://schemas.openxmlformats.org/officeDocument/2006/relationships/slide" Target="slides/slide6.xml"/><Relationship Id="rId32" Type="http://schemas.openxmlformats.org/officeDocument/2006/relationships/slide" Target="slides/slide5.xml"/><Relationship Id="rId3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</a:t>
            </a:r>
          </a:p>
          <a:p>
            <a:r>
              <a:rPr lang="en-US" altLang="ko-KR" sz="1400" b="0" dirty="0"/>
              <a:t xml:space="preserve">  2) 왜 앱으로 만들었나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— 무엇을 얻고 무엇을 내줬나</a:t>
            </a:r>
          </a:p>
          <a:p>
            <a:r>
              <a:rPr lang="en-US" altLang="ko-KR" sz="1400" b="0" dirty="0"/>
              <a:t xml:space="preserve">  2) 남는 한계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</a:t>
            </a:r>
          </a:p>
          <a:p>
            <a:r>
              <a:rPr lang="en-US" altLang="ko-KR" sz="1400" b="0" dirty="0"/>
              <a:t xml:space="preserve">  2) 현장 요구 반영 (Before / After)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</a:t>
            </a:r>
          </a:p>
          <a:p>
            <a:r>
              <a:rPr lang="en-US" altLang="ko-KR" sz="1400" b="0" dirty="0"/>
              <a:t xml:space="preserve">  2) 시연 영상 · 판정 시뮬레이터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6. 진행 단계 (Phase 1 ~ 5)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7. Andon — 중단 · 롤백 기준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481328"/>
            <a:ext cx="416052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38928" y="1609344"/>
            <a:ext cx="777240" cy="347472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499616"/>
            <a:ext cx="562356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87168"/>
            <a:ext cx="416052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38928" y="2615184"/>
            <a:ext cx="777240" cy="347472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2505456"/>
            <a:ext cx="562356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93008"/>
            <a:ext cx="416052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38928" y="3621024"/>
            <a:ext cx="777240" cy="347472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3511296"/>
            <a:ext cx="562356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10912"/>
            <a:ext cx="7223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40096"/>
            <a:ext cx="7223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pic>
        <p:nvPicPr>
          <p:cNvPr id="26" name="Picture 25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4370832"/>
            <a:ext cx="2834640" cy="156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Andon — 중단 · 롤백 기준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3716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Andon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3716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조치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17904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동작 보존 실패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분해 전후로 골든 테스트 기대값이 한 건이라도 바뀌면
그 단계는 통과가 아니다 (Phase 3 수용 게이트)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517904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즉시 롤백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되돌린다. 자동 업데이트 경로가 있어
현장 재설치 없이 배포된다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51760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현장 회귀 재발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증상(미발령 · 상시 경보 · 사이렌 반복)이
다시 관측되면 그 단계를 중단한다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651760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원인 귀속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배포하기 때문에 회귀가 나면 어느 변경
탓인지 특정된다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85615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CI 게이트 적색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APK 릴리스가 자동 차단된다
— 이미 동작 중인 장치다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85615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재개 조건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
넘어간다 — 같은 증상이 두 번 돌아오지 않게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19472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UWB 의존 파손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프리릴리스 UWB API 의 파괴 변경으로 경로가 깨지면
UWB 를 끄고 BLE 단독으로 내린다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919472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현장 부담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확인 항목은 단계당 1건으로 제한한다. 검증 사이클이
현장 가용 시간에 묶여 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