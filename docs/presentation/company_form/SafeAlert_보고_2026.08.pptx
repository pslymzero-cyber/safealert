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7.xml"/><Relationship Id="rId29" Type="http://schemas.openxmlformats.org/officeDocument/2006/relationships/slide" Target="slides/slide6.xml"/><Relationship Id="rId30" Type="http://schemas.openxmlformats.org/officeDocument/2006/relationships/slide" Target="slides/slide5.xml"/><Relationship Id="rId3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현장 문제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장점</a:t>
            </a:r>
          </a:p>
          <a:p>
            <a:r>
              <a:rPr lang="en-US" altLang="ko-KR" sz="1400" b="0" dirty="0"/>
              <a:t xml:space="preserve">  2) 단점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현장에서 나온 요구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첨부 — 시연 영상 · 판정 시뮬레이터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현장 문제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3m 높이 철제 렉 사이 통로에서 지게차와 보행자가 서로를 볼 수 없음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교차 · 곡선 구간은 육안 확인 자체가 어려움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적재 파렛트가 2.4GHz 전파를 흡수하고, 장비 소음으로 경적 인지도 늦음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렉 사이 단독 작업 구간이 있어 이탈 여부 확인이 필요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지게차 · 리치 · EPJ · 보행자가 같은 통로를 공유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왜 앱으로 만들었나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앵커 · 배선 · 서버 같은 고정 설비 없이 지급된 단말만으로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센터 공사나 별도 인프라 투자가 필요 없음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움직이는 주체끼리 직접 감지 — 설치 대수가 늘수록 감지 범위도 함께 넓어짐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v1.0.1 부터 3개월간 70회 이상 배포하며 현장에서 계속 다듬음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만들면서 기대한 것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사각지대 접촉 위험 감소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육안으로 확인되지 않는 구간을 소리 · 진동 · 화면으로 보완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인프라 투자 없이 즉시 적용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앱 설치만으로 시작, 센터 공사 불필요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확산할수록 커지는 효과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단말이 늘면 상호 감지쌍이 배로 늘어남 (10대 45쌍 · 20대 190쌍)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센터별 조건 대응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렉 높이 · 적재물이 다른 센터마다 판정 반경과 신호 임계를 설정으로 조정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⑤ 안전 규정 준수 보조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후진 · 하역 중인 장비가 접근하면 즉시 최고 등급으로 경보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⑥ 경보 피로 방지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울릴 필요가 없는 구역과 상황에서는 울리지 않도록 설계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장점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고정 설비가 필요 없음 — 앱 설치만으로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역할 조합별 차등 반경 — 지게차 포함 경고 15m · 위험 8m, 그 외 경고 5m · 위험 3m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FC 대비 감지 범위를 두 배로 책정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3중 경보 — 소리 · 진동 · 화면 사이드바를 동시에 출력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화면을 꺼도 상시 동작하고, 감지가 멈추면 그 사실 자체를 알림으로 표시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⑤ 구버전 기기와 통신 유지 — 신버전 배포가 기존 기기를 무력화하지 않음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단점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신호 세기로 거리를 추정해 환경에 흔들림 — 적재물 · 차체가 전파를 가리면 오차 발생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센터별 보정값으로 완화하되 완전한 제거는 불가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기기가 밀집하면 화면 반응이 느려짐 (20대 이상)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앱이 설치된 기기끼리만 감지 — 미설치 인원 · 장비는 보이지 않음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단말마다 송수신 감도가 달라 한쪽만 먼저 감지하는 경우가 있음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상대가 보낸 위험도를 받아 내 등급을 올리는 방식으로 보완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오더십 리뷰 반영 (3차에 걸쳐 반영 완료)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1차 — 역할 전환 버튼 추가 · EPJ 역할 버튼 숨김 · 스플래시 화면 교체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지게차 ↔ 보행자를 앱 재설치 없이 화면에서 전환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2차 — 같은 기기 · 같은 등급에 5초 이상 머물면 소리 · 진동 자동 음소거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화면 표시와 기록은 유지하고, 등급이 오르면 즉시 다시 울림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3차 — 세이프존 도입. 휴게실 · 충전 구역에 비콘을 두면 그 구역에서 경보를 억제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존 안의 기기는 상대 단말에게도 안전으로 인식됨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현장에서 나온 요구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보호가 끊긴 것을 알 수 없다 → 감지가 멈추면 상시 알림 제목을 이상 표시로 승격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멀어졌는데 다시 울린다 → 이탈 후 경고 범위에서 재발령하지 않도록 수정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알림 끄기가 번거롭다 → 알림 본문을 누르면 즉시 무음, 버튼은 앱 열기로 역할 교체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경보 화면이 눈에 안 들어온다 → 화면 가장자리에 붙는 사이드바로 재설계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4754880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동작 화면 · 설정 화면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역할만 고르면 나머지는 백그라운드에서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센터별 조건은 설정 화면에서 조정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첨부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시연 영상 — 재생하면 판정 네 가지가 차례로 재현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판정 시뮬레이터 — 브라우저에서 직접 조작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566160"/>
            <a:ext cx="1208942" cy="2514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3246120"/>
            <a:ext cx="157470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/>
              <a:t>동작 화면</a:t>
            </a:r>
          </a:p>
        </p:txBody>
      </p:sp>
      <p:pic>
        <p:nvPicPr>
          <p:cNvPr id="15" name="Picture 14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02" y="3566160"/>
            <a:ext cx="1208942" cy="2514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06222" y="3246120"/>
            <a:ext cx="157470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/>
              <a:t>설정 화면</a:t>
            </a:r>
          </a:p>
        </p:txBody>
      </p:sp>
      <p:pic>
        <p:nvPicPr>
          <p:cNvPr id="17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60720" y="1874519"/>
            <a:ext cx="5760720" cy="32385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1490471"/>
            <a:ext cx="5760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/>
              <a:t>시연 영상 — 슬라이드쇼에서 재생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